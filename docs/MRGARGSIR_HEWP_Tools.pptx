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640080"/>
            <a:ext cx="1463040" cy="1463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658368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⚙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288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MRGARGSIR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2743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HEWP TOOLS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Tool + Chrome Extension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914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Estimation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Tool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38912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Estimate Preparation by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Engineers, Contractors &amp; Department 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4389120"/>
            <a:ext cx="292608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0" y="4389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mrgargsir.github.io/HEWP-Excel-Addins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MRGARGSIR HEWP Tools?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automation Excel toolkit for Engineers and Contractors working on Offline Tender and Online Haryana Engineering Works Portal (HEWP). Combines Excel Tool, Chrome/Edge Extension and Web Automation.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48840"/>
            <a:ext cx="192024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import PDF Estimates with HSR 2023 rates &amp; amendments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2148840"/>
            <a:ext cx="192024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2926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78608" y="35204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accurate material tables with district-wise rates instantly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2148840"/>
            <a:ext cx="192024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0016" y="2926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0016" y="35204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highlight differences between your data &amp; HEWP portal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2148840"/>
            <a:ext cx="192024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21424" y="2926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21424" y="35204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upload to HEWP portal with auto-login capability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 Preparation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Tab: Auto E.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88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2252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Weight Calculator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517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weight for any shape and metal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88720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188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2252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HSR Item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517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keyword in HSR and find full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947672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47672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94767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✖️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198424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&amp; Get Quantity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276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× Length × Breadth × Depth with advanced formula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947672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947672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94767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198424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Qty + Unit Converter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276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Auto-total per item, convert to metric units &amp; steel Kg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706624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706624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70662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💹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0120" y="274320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Rate &amp; Description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035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Unit, Rates, RateType &amp; Descriptions from HSR 2023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2706624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706624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70662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86400" y="274320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Calculator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3035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× Qty, GST, contingency, grand total &amp; full formatting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465576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465576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46557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🔩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60120" y="350215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Summary Generator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Dia-wise steel consumption summary in Kg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465576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465576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346557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486400" y="350215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Bill Summary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abstract bill in a new worksheet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224528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224528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2245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960120" y="42611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Quantity Summary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60120" y="4553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material consumption table at bottom of bill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4224528"/>
            <a:ext cx="42062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4224528"/>
            <a:ext cx="54864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42245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5486400" y="42611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Compare &amp; Variation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0" y="4553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portal data and generate variation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Automation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Tab: HEWP WebAuto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88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2252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517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log in with saved credentials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8872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188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2252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Data to Templates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517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Auto-convert units &amp; transfer data into HEWP Excel template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94767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47672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94767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198424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 Item Selector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276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HSR item numbers on portal for filling bills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94767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947672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94767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198424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Template to Portal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276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pre-filled template directly to HEWP Portal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70662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706624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70662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0120" y="274320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Data Entry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035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template — enter data directly into HEWP portal table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270662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706624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70662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86400" y="274320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e-MB Bill Data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3035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completed bill data from portal in Excel format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46557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465576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46557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🗑️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60120" y="350215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e-MB Bill Data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previously filled bill items in one click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46557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465576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346557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486400" y="350215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Detailed Estimate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 in two clicks in Employee Login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22452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224528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2245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960120" y="42611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Upload Full Bill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60120" y="4553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upload whole bill at one click to portal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422452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4224528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42245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5486400" y="42611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Upload Variation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0" y="4553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variation upload — add, increase, remove, decrease qty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 Tools &amp; Template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Extra Tools (Tab 4)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Feet ⇄ Meter &amp; Meter ⇄ Kg Converter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482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 Toggle Sign – Switch positive/negative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68296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505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Insert Rows, Copy Worksheet instantly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70632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8529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  Steel Weight Calculator (manual)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72968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552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Auto Round Off – dynamic formula apply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57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Unit Adjust – set whole bill unit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0599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Create Portal Summary for comparisons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379976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622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Open HSR 2023/2021 PDF directly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782312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143000"/>
            <a:ext cx="27432" cy="3840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Template Management (Tab 2)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1645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Blank Format – manual entry template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0848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Import Bill/Estimate PDF → Excel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450592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237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Server Templates – pre-built access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9504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9626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My Templates – manage custom templates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328416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0156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 Add / Edit / Delete Templates easily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767328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404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Server &amp; My Drawings – manage drawings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206240"/>
            <a:ext cx="4023360" cy="18288"/>
          </a:xfrm>
          <a:prstGeom prst="rect">
            <a:avLst/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Chrome / Edge Extension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with Tool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325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Bookmarks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bookmarks for quick HEWP portal navigation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325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Tender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dropdown search for tenders on portal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1325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☑️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All Checkbox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or deselect all items on the portal at once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32004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Button Fix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Enter no longer clears the HEWP form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1089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32004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3756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Increase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low volume media when audio is a problem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1089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0" y="32004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1792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dark mode across all websites instantly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Choose HEWP Tools?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For Engineers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Prepare estimates 90% faster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alignment errors in templates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51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Professional HSR-compliant 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35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Easy variation management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Direct portal upload capability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402336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188720"/>
            <a:ext cx="402336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For Contractors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783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Accurate material quantity calculations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167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Professional BOQ preparation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551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Quick tender document creation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35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Real-time HSR rate verification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319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Complete automation workflow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 &amp; Installation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System Requirements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72821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 / 10 / 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951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48716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or later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2549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28620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0540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or Edge (Latest)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9242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3429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62102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min / 8 GB recommended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95935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39959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1879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min / 1 GB recommended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1143000"/>
            <a:ext cx="27432" cy="3840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Installation Steps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773936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773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171907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all Microsoft Excel windows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231136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2311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217627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downloaded files to a folder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688336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6883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263347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 Online Installer.exe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145536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145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309067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security warning: More Info → Run anyway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602736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027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354787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Next → Auto Download → Install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4059936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059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400507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Excel &amp; insert your activation key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4517136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5171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446227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Excel to complete setup 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&amp; Support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1148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help@mrgargsir.store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41148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4173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+91 97285 32828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1148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60604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mrgargsir.github.io/HEWP-Excel-Addins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423160"/>
            <a:ext cx="41148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260604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@HEWPTools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79476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📘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4069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facebook.com/HEWPTool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41148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379476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76072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60720" y="4069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instagram.com/HEWPTools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Download Now: mrgargsir.github.io/HEWP-Excel-Addins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MRGARGSIR HEWP Tools</dc:title>
  <dc:subject>PptxGenJS Presentation</dc:subject>
  <dc:creator>PptxGenJS</dc:creator>
  <cp:lastModifiedBy>PptxGenJS</cp:lastModifiedBy>
  <cp:revision>1</cp:revision>
  <dcterms:created xsi:type="dcterms:W3CDTF">2026-03-10T15:53:46Z</dcterms:created>
  <dcterms:modified xsi:type="dcterms:W3CDTF">2026-03-10T15:53:46Z</dcterms:modified>
</cp:coreProperties>
</file>